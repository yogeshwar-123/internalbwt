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🌾 SMART KRISHI ADVISOR</a:t>
            </a:r>
          </a:p>
          <a:p>
            <a:pPr>
              <a:spcAft>
                <a:spcPts val="2400"/>
              </a:spcAft>
              <a:defRPr sz="1900">
                <a:solidFill>
                  <a:srgbClr val="A7F3D0"/>
                </a:solidFill>
              </a:defRPr>
            </a:pPr>
            <a:r>
              <a:t>Explainable Rule-Based Decision Support System for Crop Recommendation &amp; Suitability Analysis</a:t>
            </a:r>
          </a:p>
          <a:p>
            <a:pPr>
              <a:defRPr sz="1300">
                <a:solidFill>
                  <a:srgbClr val="E5E7EB"/>
                </a:solidFill>
              </a:defRPr>
            </a:pPr>
            <a:r>
              <a:t>Problem ID: HACK-P302  |  Category: Agriculture (AI &amp; Agronomic Tech)</a:t>
            </a:r>
            <a:br/>
            <a:r>
              <a:t>Live Application: https://internalbwt.vercel.app/</a:t>
            </a:r>
            <a:br/>
            <a:r>
              <a:t>GitHub: https://github.com/Yogeshwar-123/internalbwt.git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PROBLEM STATEMENT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The Challenge: Why Black-Box AI Fails Indian Farmers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1. Lack of Explainability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Generic Machine Learning models give black-box recommendations without agricultural reasoning.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Farmers cannot verify why a crop was selected over another.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Extension workers and farmers distrust systems that cannot defend their choices with agronomic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2. The Missing Data Trap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Over 70% of smallholder farmers lack recent laboratory soil test reports (NPK).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Standard ML pipelines coerce nulls to zero (N=0, P=0, K=0), fatally biasing outputs.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Leads to disastrous crop recommendations under rainfed and dryland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3. Agro-Climatic Diversity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India spans 15 broad agro-climatic zones with stark regional variance.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Monsoon Kharif vs cool Rabi vs hot Zaid cycles dictate physiological success.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One-size-fits-all algorithms fail to account for local rainfall, soil pH, and temperature extremes.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OUR SOLUTION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Smart Krishi Advisor: Transparent, Trustworthy Decision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🌱 Grounded in Agronomy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Built upon official ICAR and TNAU agronomic research guidelines.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12 core Indian crops evaluated against scientific physiological thresholds.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Evaluates verified environmental ranges rather than synthetic statistical correlations.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🛡️ Zero-Coercion Math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Unmeasured soil or environmental factors are dynamically excluded from score denominators.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A farmer without an NPK kit is never penalized; data coverage percentage is transparently surfaced.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Insufficient data (&lt;35% coverage) triggers protective warnings instead of false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🔍 Explainable &amp; Interactive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Factor-by-factor breakdown: Matched, Tolerable, and Critical Mismatch alerts.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Side-by-side comparison matrix of 2 to 5 crops simultaneously.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Clear 'Why this crop' narrative and specific water/irrigation management advisories.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ENGINE METHODOLOGY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Multi-Factor Agronomic Weighting &amp; Scoring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Factor Allocation Matrix (100% Total Weight)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Growing Season (20%): Kharif, Rabi, or Zaid physiological alignment.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Soil Texture &amp; Type (15%): Clay Loam, Black Vertisol, Alluvial, Sandy Loam.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Soil pH Range (15%): Optimal vs tolerable pH response curves.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Temperature Suitability (15%): Vegetative and reproductive growth limits.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Rainfall / Water Supply (15%): Cumulative crop water requirement.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Relative Humidity (10%): Atmospheric moisture and disease predisposition.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Soil Nutrients N-P-K (10% total): Nitrogen (3.33%), Phosphorus (3.33%), Potassium (3.34%).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Mathematical Rigor &amp;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Normalized Compatibility Formula: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Compatibility Score = (Sum of Evaluated Points / Sum of Evaluated Weights) * 100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Example with Missing Soil NPK Test: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Evaluated weight = 100 - 10 = 90 points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Denominator scales dynamically to 90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Data coverage surfaced as 90%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Crop is scored fairly without artificial zero-penalty.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Suitability Tiers: Highly Compatible (≥80%), Moderately Compatible (55-79%), Potential Mismatch (&lt;55%).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ROBUSTNESS &amp; SAFETY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Safety First: Handling Uncertainty and Incomplete Inputs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Transparent Data Coverage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Tracks the exact percentage of agronomic parameters provided by the farmer.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Separates measured lab data from field observations.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Farmers always know how confident the system is before acting on advice.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Insufficient Data Barrier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If coverage falls below 35%, recommendation generation is halted with a clear alert.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Prevents dangerous hallucinated guesses when only 1 or 2 fields are filled.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Outputs a prioritized checklist of missing variables needed (e.g. soil pH, rainfall).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Strict Schema Constraints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Pydantic schema validation protects against physically impossible entries: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Soil pH restricted strictly between 0.0 and 14.0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Humidity restricted between 0.0% and 100.0%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Temperature validated between -10°C and 60°C.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SYSTEM ARCHITECTURE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Full-Stack Decoupled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⚡ Backend (FastAPI)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Python 3.14 + FastAPI high-performance asynchronous REST API.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Pydantic v2 data models for rigorous request/response contracts.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Modular scoring engine: scoring.py, recommender.py, comparator.py, explanations.py.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25 automated pytest tests with 100% pass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🎨 Frontend (React + Vite)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Modern React 19 + TypeScript for high type safety.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Vite 8 build system with sub-second HMR and bundle optimization.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Tailwind CSS responsive design with accessible color contrast.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Standalone client-side fallback rule engine for static offline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🚀 Cloud Deployment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Vercel CDN edge hosting with global low-latency delivery.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Automated CI/CD linked to GitHub repository Yogeshwar-123/internalbwt.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SPA client-side routing via vercel.json rewrites.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Live URL: https://internalbwt.vercel.app/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CORE MODULES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Comprehensive Agricultural User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1. Smart Crop Recommender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Interactive parameter inputs with instant suitability scoring.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One-click loading of 5 regional benchmark profiles (Delta, Arid, Rabi Pulse, Missing NPK).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Ranked crop cards with 'Why this crop' explanations and irrigation advisories.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2. Side-by-Side Comparator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Compare 2 to 5 crops simultaneously in a comprehensive comparison matrix.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Evaluates soil texture, pH bounds, rainfall needs, and water demand levels.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Clear trade-off summaries to guide farm crop rotation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3. Verified Agronomic Catalog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Complete reference guide for 12 key crops based on ICAR/TNAU databases.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Filterable by growing season (Kharif, Rabi, Zaid) and category (Cereal, Pulse, Millet, Cash).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Direct shortcut to send any crop into the comparator matrix.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VALIDATION RESULTS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Validated Against 5 Diverse Agro-Climatic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Regional Benchmark Test Cases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Profile 1: East Godavari Delta (Kharif Monsoon)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Clay Loam, 1450 mm rain, 29°C, 82% humidity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Outcome: Rice ranks #1 (100%), Sugarcane #2 (94.2%)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Profile 2: Jodhpur Semi-Arid (Dryland Kharif)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Sandy Loam, 380 mm rain, 32.5°C, 45% humidity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Outcome: Pearl Millet (Bajra) tops the list (&gt;85%); Rice flagged as severe water mismatch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Profile 3: Ujjain Cool Winter (Rabi Central India)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Vertisol Black soil, 310 mm rain, 19.5°C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Outcome: Chickpea and Wheat achieve highest suitability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Edge Case Handling &amp; Robustness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Profile 4: Missing NPK Lab Data (Nagpur, Maharashtra)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Black soil, 780 mm rain, 27.5°C; soil test kit not yet used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Outcome: System excludes NPK weights from denominator, surfaces 70% coverage, accurately ranks Cotton, Soybean, and Maize without penalizing missing data.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Profile 5: Insufficient Information (Telangana)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Only season provided; missing soil type, pH, rainfall; 47°C extreme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Outcome: System halts recommendation, flags &lt;35% coverage barrier, outputs actionable checklist of required measurements.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VERIFICATION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Rigorous Quality Assurance &amp; Test Coverage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Unit &amp; Integration Tests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25 / 25 automated pytest tests passing in 1.41s.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test_api.py: Full coverage of /health, /crops, /recommend, /compare, /profiles.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test_engine.py: Mathematical normalization, ranking consistency, mismatch triggers.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test_comparator.py: Pairwise comparison logic and bounds.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Schema Boundary Tests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test_schemas.py: Rigorous boundary value validation.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Rejection of pH &lt; 0 or &gt; 14 (HTTP 422 with user-friendly errors).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Rejection of humidity &lt; 0% or &gt; 100%.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Verification that null NPK fields are never coerced to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Frontend Build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TypeScript type-checking with verbatimModuleSyntax: 0 errors.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Vite production bundling completed in 795ms.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Zero console errors, responsive mobile viewport verified.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Continuous validation through automated dry-run test scripts.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DEPLOYMENT &amp; ACCESS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Live Production Deployment on Vercel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Deployment Architecture Highlights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Public Website: https://internalbwt.vercel.app/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Server: Vercel Global Edge Network (HTTP 200 OK verified).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Client-Side Hybrid Architecture: Seamlessly switches between live FastAPI endpoints and offline client-side agronomic rule engine.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Zero downtime: Users can access and compute recommendations even during connectivity disruptions in rural areas.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Fast loading: Total client bundle size ~250 KB with gzip compression.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Open Source Repository &amp; Version Control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GitHub Repository: Yogeshwar-123/internalbwt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Branch: main (Clean git history, .gitignore configured).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Monorepo Setup: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frontend/ (Vite + React UI)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backend/ (FastAPI + Agronomic Engine)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vercel.json (Automated monorepo build &amp; rewrite rules)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  • pytest.ini &amp; dry_run.py (Automated dry run testing suites)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FUTURE ROADMAP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Roadmap: Scaling from Prototype to Field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Phase 1: Knowledge Base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Expand crop catalog from 12 to 50+ regional crop varieties (horticulture, spices, pulses).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Incorporate micro-nutrient guidelines (Zinc, Iron, Boron, Organic Carbon).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Integrate pest and disease susceptibility advisory modules.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Phase 2: IoT &amp; Live Data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Integrate India Meteorological Department (IMD) live weather APIs.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Support IoT soil moisture and automated weather station sensors.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Connect with e-NAM mandi live price APIs for economic return modeling.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532D"/>
                </a:solidFill>
              </a:defRPr>
            </a:pPr>
            <a:r>
              <a:t>Phase 3: Farmer Accessibility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Multilingual UI support in 8 Indian regional languages (Hindi, Telugu, Tamil, Marathi, etc.).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Voice-driven conversational input for semi-literate farmers.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</a:defRPr>
            </a:pPr>
            <a:r>
              <a:t>• Offline-first Progressive Web App (PWA) with SMS/WhatsApp report sharing.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Smart Krishi Advisor | Problem ID: HACK-P302 | https://internalbwt.vercel.app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Empowering Indian Agriculture with Explainable Tech</a:t>
            </a:r>
          </a:p>
          <a:p>
            <a:pPr>
              <a:spcAft>
                <a:spcPts val="2400"/>
              </a:spcAft>
              <a:defRPr sz="1600">
                <a:solidFill>
                  <a:srgbClr val="A7F3D0"/>
                </a:solidFill>
              </a:defRPr>
            </a:pPr>
            <a:r>
              <a:t>Smart Krishi Advisor bridges the trust gap in agricultural technology by providing transparent, agronomy-backed crop recommendations that respect real-world data limitations.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🌐 Live Application:  https://internalbwt.vercel.app/</a:t>
            </a:r>
            <a:br/>
            <a:r>
              <a:t>📁 Source Code:  https://github.com/Yogeshwar-123/internalbwt.git</a:t>
            </a:r>
            <a:br/>
            <a:br/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